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ns0:sldLayout xmlns:ns0="http://schemas.openxmlformats.org/presentationml/2006/main" xmlns:ns1="http://schemas.openxmlformats.org/drawingml/2006/main" xmlns:ns2="http://schemas.microsoft.com/office/powerpoint/2010/main" type="title" preserve="1">
  <ns0:cSld name="EDU_TITL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ctrTitle"/>
          </ns0:nvPr>
        </ns0:nvSpPr>
        <ns0:spPr>
          <ns1:xfrm>
            <ns1:off x="685800" y="2130425"/>
            <ns1:ext cx="7772400" cy="1470025"/>
          </ns1:xfrm>
        </ns0:spPr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Subtitle 2"/>
          <ns0:cNvSpPr>
            <ns1:spLocks noGrp="1"/>
          </ns0:cNvSpPr>
          <ns0:nvPr>
            <ns0:ph type="subTitle" idx="1"/>
          </ns0:nvPr>
        </ns0:nvSpPr>
        <ns0:spPr>
          <ns1:xfrm>
            <ns1:off x="1371600" y="3886200"/>
            <ns1:ext cx="6400800" cy="1752600"/>
          </ns1:xfrm>
        </ns0:spPr>
        <ns0:txBody>
          <ns1:bodyPr/>
          <ns1:lstStyle>
            <ns1:lvl1pPr marL="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 algn="ctr">
              <ns1:buNone/>
              <ns1:defRPr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r>
              <ns1:rPr lang="en-US" smtClean="0"/>
              <ns1:t>Click to edit Master subtitle style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3168075583"/>
      </ns0:ext>
    </ns0:extLst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EDU_SECTI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CONTEN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EDU_CONTENT_MEDIA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sz="half" idx="1"/>
          </ns0:nvPr>
        </ns0:nvSpPr>
        <ns0:spPr>
          <ns1:xfrm>
            <ns1:off x="457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648200" y="1600200"/>
            <ns1:ext cx="4038600" cy="4525963"/>
          </ns1:xfrm>
        </ns0:spPr>
        <ns0:txBody>
          <ns1:bodyPr/>
          <ns1:lstStyle>
            <ns1:lvl1pPr>
              <ns1:defRPr sz="2800"/>
            </ns1:lvl1pPr>
            <ns1:lvl2pPr>
              <ns1:defRPr sz="2400"/>
            </ns1:lvl2pPr>
            <ns1:lvl3pPr>
              <ns1:defRPr sz="2000"/>
            </ns1:lvl3pPr>
            <ns1:lvl4pPr>
              <ns1:defRPr sz="1800"/>
            </ns1:lvl4pPr>
            <ns1:lvl5pPr>
              <ns1:defRPr sz="1800"/>
            </ns1:lvl5pPr>
            <ns1:lvl6pPr>
              <ns1:defRPr sz="1800"/>
            </ns1:lvl6pPr>
            <ns1:lvl7pPr>
              <ns1:defRPr sz="1800"/>
            </ns1:lvl7pPr>
            <ns1:lvl8pPr>
              <ns1:defRPr sz="1800"/>
            </ns1:lvl8pPr>
            <ns1:lvl9pPr>
              <ns1:defRPr sz="18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Date Placeholder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6" name="Footer Placeholder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7" name="Slide Number Placeholder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782244947"/>
      </ns0:ext>
    </ns0:extLst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COD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TABL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CHART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PROCESS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EDU_COMPARISON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>
            <ns1:lvl1pPr>
              <ns1:defRPr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535113"/>
            <ns1:ext cx="4040188" cy="63976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sz="half" idx="2"/>
          </ns0:nvPr>
        </ns0:nvSpPr>
        <ns0:spPr>
          <ns1:xfrm>
            <ns1:off x="457200" y="2174875"/>
            <ns1:ext cx="4040188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5" name="Text Placeholder 4"/>
          <ns0:cNvSpPr>
            <ns1:spLocks noGrp="1"/>
          </ns0:cNvSpPr>
          <ns0:nvPr>
            <ns0:ph type="body" sz="quarter" idx="3"/>
          </ns0:nvPr>
        </ns0:nvSpPr>
        <ns0:spPr>
          <ns1:xfrm>
            <ns1:off x="4645025" y="1535113"/>
            <ns1:ext cx="4041775" cy="63976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6" name="Content Placeholder 5"/>
          <ns0:cNvSpPr>
            <ns1:spLocks noGrp="1"/>
          </ns0:cNvSpPr>
          <ns0:nvPr>
            <ns0:ph sz="quarter" idx="4"/>
          </ns0:nvPr>
        </ns0:nvSpPr>
        <ns0:spPr>
          <ns1:xfrm>
            <ns1:off x="4645025" y="2174875"/>
            <ns1:ext cx="4041775" cy="3951288"/>
          </ns1:xfrm>
        </ns0:spPr>
        <ns0:txBody>
          <ns1:bodyPr/>
          <ns1:lstStyle>
            <ns1:lvl1pPr>
              <ns1:defRPr sz="2400"/>
            </ns1:lvl1pPr>
            <ns1:lvl2pPr>
              <ns1:defRPr sz="2000"/>
            </ns1:lvl2pPr>
            <ns1:lvl3pPr>
              <ns1:defRPr sz="1800"/>
            </ns1:lvl3pPr>
            <ns1:lvl4pPr>
              <ns1:defRPr sz="1600"/>
            </ns1:lvl4pPr>
            <ns1:lvl5pPr>
              <ns1:defRPr sz="1600"/>
            </ns1:lvl5pPr>
            <ns1:lvl6pPr>
              <ns1:defRPr sz="1600"/>
            </ns1:lvl6pPr>
            <ns1:lvl7pPr>
              <ns1:defRPr sz="1600"/>
            </ns1:lvl7pPr>
            <ns1:lvl8pPr>
              <ns1:defRPr sz="1600"/>
            </ns1:lvl8pPr>
            <ns1:lvl9pPr>
              <ns1:defRPr sz="1600"/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7" name="Date Placeholder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8" name="Footer Placeholder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9" name="Slide Number Placeholder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90158736"/>
      </ns0:ext>
    </ns0:extLst>
  </ns0:cSld>
  <ns0:clrMapOvr>
    <ns1:masterClrMapping/>
  </ns0:clrMapOvr>
</ns0:sldLayout>
</file>

<file path=ppt/slideLayouts/slideLayout21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EXERCISE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EDU_ANSWER_KE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Content Placeholder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614314258"/>
      </ns0:ext>
    </ns0:extLst>
  </ns0:cSld>
  <ns0:clrMapOvr>
    <ns1:masterClrMapping/>
  </ns0:clrMapOvr>
</ns0:sldLayout>
</file>

<file path=ppt/slideLayouts/slideLayout2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EDU_SUMMARY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722313" y="4406900"/>
            <ns1:ext cx="7772400" cy="1362075"/>
          </ns1:xfrm>
        </ns0:spPr>
        <ns0:txBody>
          <ns1:bodyPr anchor="t"/>
          <ns1:lstStyle>
            <ns1:lvl1pPr algn="l">
              <ns1:defRPr sz="4000" b="1" cap="all"/>
            </ns1:lvl1pPr>
          </ns1:lstStyle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722313" y="2906713"/>
            <ns1:ext cx="7772400" cy="1500187"/>
          </ns1:xfrm>
        </ns0:spPr>
        <ns0:txBody>
          <ns1:bodyPr anchor="b"/>
          <ns1:lstStyle>
            <ns1:lvl1pPr marL="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4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en-US" smtClean="0"/>
              <ns1:t>Click to edit Master text styles</ns1:t>
            </ns1:r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960648375"/>
      </ns0:ext>
    </ns0:extLst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slideLayout" Target="../slideLayouts/slideLayout3.xml" /><ns0:Relationship Id="rId4" Type="http://schemas.openxmlformats.org/officeDocument/2006/relationships/slideLayout" Target="../slideLayouts/slideLayout4.xml" /><ns0:Relationship Id="rId5" Type="http://schemas.openxmlformats.org/officeDocument/2006/relationships/slideLayout" Target="../slideLayouts/slideLayout5.xml" /><ns0:Relationship Id="rId6" Type="http://schemas.openxmlformats.org/officeDocument/2006/relationships/slideLayout" Target="../slideLayouts/slideLayout6.xml" /><ns0:Relationship Id="rId7" Type="http://schemas.openxmlformats.org/officeDocument/2006/relationships/slideLayout" Target="../slideLayouts/slideLayout7.xml" /><ns0:Relationship Id="rId8" Type="http://schemas.openxmlformats.org/officeDocument/2006/relationships/slideLayout" Target="../slideLayouts/slideLayout8.xml" /><ns0:Relationship Id="rId9" Type="http://schemas.openxmlformats.org/officeDocument/2006/relationships/slideLayout" Target="../slideLayouts/slideLayout9.xml" /><ns0:Relationship Id="rId10" Type="http://schemas.openxmlformats.org/officeDocument/2006/relationships/slideLayout" Target="../slideLayouts/slideLayout10.xml" /><ns0:Relationship Id="rId11" Type="http://schemas.openxmlformats.org/officeDocument/2006/relationships/slideLayout" Target="../slideLayouts/slideLayout11.xml" /><ns0:Relationship Id="rId12" Type="http://schemas.openxmlformats.org/officeDocument/2006/relationships/theme" Target="../theme/theme1.xml" /><ns0:Relationship Id="rId13" Type="http://schemas.openxmlformats.org/officeDocument/2006/relationships/slideLayout" Target="../slideLayouts/slideLayout12.xml" /><ns0:Relationship Id="rId14" Type="http://schemas.openxmlformats.org/officeDocument/2006/relationships/slideLayout" Target="../slideLayouts/slideLayout13.xml" /><ns0:Relationship Id="rId15" Type="http://schemas.openxmlformats.org/officeDocument/2006/relationships/slideLayout" Target="../slideLayouts/slideLayout14.xml" /><ns0:Relationship Id="rId16" Type="http://schemas.openxmlformats.org/officeDocument/2006/relationships/slideLayout" Target="../slideLayouts/slideLayout15.xml" /><ns0:Relationship Id="rId17" Type="http://schemas.openxmlformats.org/officeDocument/2006/relationships/slideLayout" Target="../slideLayouts/slideLayout16.xml" /><ns0:Relationship Id="rId18" Type="http://schemas.openxmlformats.org/officeDocument/2006/relationships/slideLayout" Target="../slideLayouts/slideLayout17.xml" /><ns0:Relationship Id="rId19" Type="http://schemas.openxmlformats.org/officeDocument/2006/relationships/slideLayout" Target="../slideLayouts/slideLayout18.xml" /><ns0:Relationship Id="rId20" Type="http://schemas.openxmlformats.org/officeDocument/2006/relationships/slideLayout" Target="../slideLayouts/slideLayout19.xml" /><ns0:Relationship Id="rId21" Type="http://schemas.openxmlformats.org/officeDocument/2006/relationships/slideLayout" Target="../slideLayouts/slideLayout20.xml" /><ns0:Relationship Id="rId22" Type="http://schemas.openxmlformats.org/officeDocument/2006/relationships/slideLayout" Target="../slideLayouts/slideLayout21.xml" /><ns0:Relationship Id="rId23" Type="http://schemas.openxmlformats.org/officeDocument/2006/relationships/slideLayout" Target="../slideLayouts/slideLayout22.xml" /><ns0:Relationship Id="rId24" Type="http://schemas.openxmlformats.org/officeDocument/2006/relationships/slideLayout" Target="../slideLayouts/slideLayout23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BCAD085-E8A6-8845-BD4E-CB4CCA059FC4}" type="datetimeFigureOut">
              <ns1:rPr lang="en-US" smtClean="0"/>
              <ns1:t>1/27/13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124200" y="6356350"/>
            <ns1:ext cx="2895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6553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C1FF6DA9-008F-8B48-92A6-B652298478BF}" type="slidenum">
              <ns1:rPr lang="en-US" smtClean="0"/>
              <ns1:t>‹#›</ns1:t>
            </ns1:fld>
            <ns1:endParaRPr lang="en-US"/>
          </ns1:p>
        </ns0:txBody>
      </ns0:sp>
    </ns0:spTree>
    <ns0:extLst>
      <ns0:ext uri="{BB962C8B-B14F-4D97-AF65-F5344CB8AC3E}">
        <ns2:creationId val="2209977519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  <ns0:sldLayoutId id="2147483660" ns3:id="rId13"/>
    <ns0:sldLayoutId id="2147483661" ns3:id="rId14"/>
    <ns0:sldLayoutId id="2147483662" ns3:id="rId15"/>
    <ns0:sldLayoutId id="2147483663" ns3:id="rId16"/>
    <ns0:sldLayoutId id="2147483664" ns3:id="rId17"/>
    <ns0:sldLayoutId id="2147483665" ns3:id="rId18"/>
    <ns0:sldLayoutId id="2147483666" ns3:id="rId19"/>
    <ns0:sldLayoutId id="2147483667" ns3:id="rId20"/>
    <ns0:sldLayoutId id="2147483668" ns3:id="rId21"/>
    <ns0:sldLayoutId id="2147483669" ns3:id="rId22"/>
    <ns0:sldLayoutId id="2147483670" ns3:id="rId23"/>
    <ns0:sldLayoutId id="2147483671" ns3:id="rId24"/>
  </ns0:sldLayoutIdLst>
  <ns0:txStyles>
    <ns0:titleStyle>
      <ns1:lvl1pPr algn="ctr" defTabSz="4572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342900" indent="-342900" algn="l" defTabSz="457200" rtl="0" eaLnBrk="1" latinLnBrk="0" hangingPunct="1">
        <ns1:spcBef>
          <ns1:spcPct val="20000"/>
        </ns1:spcBef>
        <ns1:buFont typeface="Arial"/>
        <ns1:buChar char="•"/>
        <ns1:defRPr sz="32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742950" indent="-285750" algn="l" defTabSz="457200" rtl="0" eaLnBrk="1" latinLnBrk="0" hangingPunct="1">
        <ns1:spcBef>
          <ns1:spcPct val="20000"/>
        </ns1:spcBef>
        <ns1:buFont typeface="Arial"/>
        <ns1:buChar char="–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457200" rtl="0" eaLnBrk="1" latinLnBrk="0" hangingPunct="1">
        <ns1:spcBef>
          <ns1:spcPct val="20000"/>
        </ns1:spcBef>
        <ns1:buFont typeface="Arial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457200" rtl="0" eaLnBrk="1" latinLnBrk="0" hangingPunct="1">
        <ns1:spcBef>
          <ns1:spcPct val="20000"/>
        </ns1:spcBef>
        <ns1:buFont typeface="Arial"/>
        <ns1:buChar char="–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457200" rtl="0" eaLnBrk="1" latinLnBrk="0" hangingPunct="1">
        <ns1:spcBef>
          <ns1:spcPct val="20000"/>
        </ns1:spcBef>
        <ns1:buFont typeface="Arial"/>
        <ns1:buChar char="»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457200" rtl="0" eaLnBrk="1" latinLnBrk="0" hangingPunct="1">
        <ns1:spcBef>
          <ns1:spcPct val="20000"/>
        </ns1:spcBef>
        <ns1:buFont typeface="Arial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en-US"/>
      </ns1:defPPr>
      <ns1:lvl1pPr marL="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4572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theme/theme1.xml><?xml version="1.0" encoding="utf-8"?>
<ns0:theme xmlns:ns0="http://schemas.openxmlformats.org/drawingml/2006/main" name="EduBot Academic VI">
  <ns0:themeElements>
    <ns0:clrScheme name="EduBot Academic VI">
      <ns0:dk1>
        <ns0:srgbClr val="1F2937"/>
      </ns0:dk1>
      <ns0:lt1>
        <ns0:srgbClr val="F7FAFC"/>
      </ns0:lt1>
      <ns0:dk2>
        <ns0:srgbClr val="17324D"/>
      </ns0:dk2>
      <ns0:lt2>
        <ns0:srgbClr val="DDF4F1"/>
      </ns0:lt2>
      <ns0:accent1>
        <ns0:srgbClr val="17324D"/>
      </ns0:accent1>
      <ns0:accent2>
        <ns0:srgbClr val="0F766E"/>
      </ns0:accent2>
      <ns0:accent3>
        <ns0:srgbClr val="DDF4F1"/>
      </ns0:accent3>
      <ns0:accent4>
        <ns0:srgbClr val="F59E0B"/>
      </ns0:accent4>
      <ns0:accent5>
        <ns0:srgbClr val="5B8DEF"/>
      </ns0:accent5>
      <ns0:accent6>
        <ns0:srgbClr val="A7D8D4"/>
      </ns0:accent6>
      <ns0:hlink>
        <ns0:srgbClr val="0F766E"/>
      </ns0:hlink>
      <ns0:folHlink>
        <ns0:srgbClr val="17324D"/>
      </ns0:folHlink>
    </ns0:clrScheme>
    <ns0:fontScheme name="EduBot Academic VI">
      <ns0:majorFont>
        <ns0:latin typeface="Arial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Arial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